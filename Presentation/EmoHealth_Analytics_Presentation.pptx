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5281-FA01-45E3-9096-1679E9C8CCE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994-5759-4B5D-9F02-9A77D507A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318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5281-FA01-45E3-9096-1679E9C8CCE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994-5759-4B5D-9F02-9A77D507A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474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5281-FA01-45E3-9096-1679E9C8CCE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994-5759-4B5D-9F02-9A77D507A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831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5281-FA01-45E3-9096-1679E9C8CCE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994-5759-4B5D-9F02-9A77D507A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723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5281-FA01-45E3-9096-1679E9C8CCE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994-5759-4B5D-9F02-9A77D507A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326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5281-FA01-45E3-9096-1679E9C8CCE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994-5759-4B5D-9F02-9A77D507A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283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5281-FA01-45E3-9096-1679E9C8CCE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994-5759-4B5D-9F02-9A77D507A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476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5281-FA01-45E3-9096-1679E9C8CCE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994-5759-4B5D-9F02-9A77D507A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181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5281-FA01-45E3-9096-1679E9C8CCE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994-5759-4B5D-9F02-9A77D507A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9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5281-FA01-45E3-9096-1679E9C8CCE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994-5759-4B5D-9F02-9A77D507A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01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5281-FA01-45E3-9096-1679E9C8CCE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994-5759-4B5D-9F02-9A77D507A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702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37D5281-FA01-45E3-9096-1679E9C8CCE5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D81EB994-5759-4B5D-9F02-9A77D507A1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427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1C25-845B-1535-831A-0AC19D00A3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EmoHealth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Analytics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Mood &amp; Body Health Monitoring – Power BI Capstone Project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E2D71-400A-E134-CCD6-001521E9AD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b="1" dirty="0"/>
              <a:t>Prepared By,</a:t>
            </a:r>
          </a:p>
          <a:p>
            <a:pPr algn="r"/>
            <a:r>
              <a:rPr lang="en-US" b="1" dirty="0"/>
              <a:t>Suvithra J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0622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E27010-D168-37E2-AE0E-DBACDC9A7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7541E8-9CC3-2310-2C65-04FA574DC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and physical health are analyzed separately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unified system to link mood, lifestyle, and body health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in identifying high-risk patients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601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73C15-A127-3F63-8DBA-63F4A5950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B8B27-D07F-FCDA-721B-C0AC10A05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mood &amp; psychological patterns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BP, sugar &amp; risk score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high-risk individuals early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lifestyle &amp; diet insights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435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503B0D2-2FEE-76BE-18A3-5FED8C5A945B}"/>
              </a:ext>
            </a:extLst>
          </p:cNvPr>
          <p:cNvSpPr/>
          <p:nvPr/>
        </p:nvSpPr>
        <p:spPr>
          <a:xfrm>
            <a:off x="5856514" y="5323114"/>
            <a:ext cx="3679372" cy="401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B9F919-7C67-E577-8FA7-BA1EF2C6A90B}"/>
              </a:ext>
            </a:extLst>
          </p:cNvPr>
          <p:cNvSpPr/>
          <p:nvPr/>
        </p:nvSpPr>
        <p:spPr>
          <a:xfrm>
            <a:off x="5932714" y="4321629"/>
            <a:ext cx="3603172" cy="7946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CFBE90-D6ED-BED4-1F18-EA7C2B61D220}"/>
              </a:ext>
            </a:extLst>
          </p:cNvPr>
          <p:cNvSpPr/>
          <p:nvPr/>
        </p:nvSpPr>
        <p:spPr>
          <a:xfrm>
            <a:off x="5932714" y="3559630"/>
            <a:ext cx="3603172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3AA7EB-3FCE-A7A3-CA90-2127964C37B3}"/>
              </a:ext>
            </a:extLst>
          </p:cNvPr>
          <p:cNvSpPr/>
          <p:nvPr/>
        </p:nvSpPr>
        <p:spPr>
          <a:xfrm>
            <a:off x="5932714" y="2383971"/>
            <a:ext cx="3679372" cy="7946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F1BE48-57FC-924A-B606-225FF1094637}"/>
              </a:ext>
            </a:extLst>
          </p:cNvPr>
          <p:cNvSpPr/>
          <p:nvPr/>
        </p:nvSpPr>
        <p:spPr>
          <a:xfrm>
            <a:off x="5932714" y="1491343"/>
            <a:ext cx="3679372" cy="631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4F32F9-08E8-7FF7-E8CC-609A4B8DBDAA}"/>
              </a:ext>
            </a:extLst>
          </p:cNvPr>
          <p:cNvSpPr/>
          <p:nvPr/>
        </p:nvSpPr>
        <p:spPr>
          <a:xfrm>
            <a:off x="5932714" y="707571"/>
            <a:ext cx="3679372" cy="631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B652C-16BE-7D36-B242-F0056431E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                                                    </a:t>
            </a:r>
            <a:r>
              <a:rPr lang="en-IN" b="1" dirty="0">
                <a:solidFill>
                  <a:schemeClr val="tx1"/>
                </a:solidFill>
              </a:rPr>
              <a:t>CSV / Excel Data Sources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                                                                         </a:t>
            </a: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↓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                                                            Power Query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                                           (Data Cleaning &amp; Transformation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                                                                          </a:t>
            </a: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↓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                                                     Star Schema Data Model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                                                  (Fact + Dimension Tables)</a:t>
            </a:r>
          </a:p>
          <a:p>
            <a:pPr marL="0" indent="0">
              <a:buNone/>
            </a:pP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                                             ↓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                                                       </a:t>
            </a:r>
            <a:r>
              <a:rPr lang="en-IN" b="1" dirty="0">
                <a:solidFill>
                  <a:schemeClr val="tx1"/>
                </a:solidFill>
              </a:rPr>
              <a:t>DAX Measures &amp; KPIs</a:t>
            </a:r>
          </a:p>
          <a:p>
            <a:pPr marL="0" indent="0">
              <a:buNone/>
            </a:pP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                                            ↓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                                                             Power BI Dashboards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                                       (</a:t>
            </a:r>
            <a:r>
              <a:rPr lang="en-IN" sz="1800" dirty="0" err="1">
                <a:solidFill>
                  <a:schemeClr val="tx1"/>
                </a:solidFill>
              </a:rPr>
              <a:t>KPIs,Forecast,Drillthrough</a:t>
            </a:r>
            <a:r>
              <a:rPr lang="en-IN" sz="1800" dirty="0">
                <a:solidFill>
                  <a:schemeClr val="tx1"/>
                </a:solidFill>
              </a:rPr>
              <a:t>, Narratives)</a:t>
            </a:r>
          </a:p>
          <a:p>
            <a:pPr marL="0" indent="0">
              <a:buNone/>
            </a:pP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                                          ↓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                                                    </a:t>
            </a:r>
            <a:r>
              <a:rPr lang="en-IN" b="1" dirty="0">
                <a:solidFill>
                  <a:schemeClr val="tx1"/>
                </a:solidFill>
              </a:rPr>
              <a:t>Business &amp; Clinical Insights</a:t>
            </a:r>
          </a:p>
          <a:p>
            <a:endParaRPr lang="en-IN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F36180-8B0F-A446-BE51-3D976230A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778379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3A54B-4811-EFA5-B53A-B751B2532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37D91-2956-EC1D-722D-9B616BE7D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 Tables: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Mood Logs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Health Metrics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 Activities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Diet Logs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 Tables: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407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268E0-AC0C-1D46-5EAE-24A0A371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881A6-34A3-2629-7F3B-99113CFD6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&amp; cleaning – Power Query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 schema modelling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and calculated measure creation using DAX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design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validation &amp; storytelling</a:t>
            </a:r>
          </a:p>
        </p:txBody>
      </p:sp>
    </p:spTree>
    <p:extLst>
      <p:ext uri="{BB962C8B-B14F-4D97-AF65-F5344CB8AC3E}">
        <p14:creationId xmlns:p14="http://schemas.microsoft.com/office/powerpoint/2010/main" val="24193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42A51-E80C-0CBC-8F35-2AC79349F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A2D4E-D8E1-8EA4-F46A-82F7F9AAD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Mood &amp; Psychology Insights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Health Monitoring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 &amp; Activities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Diet &amp; Nutrition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&amp; Patient Profile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4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1FB2F-1CFC-DD47-7B7F-8F2575DFA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23FD8-27B5-C75C-7C7D-30D1A8524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Mood Score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BP &amp; Avg Sugar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Score (Low / Medium / High)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Patient Count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Diet Compliance %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743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312B2-24BE-30AF-0144-93DD889F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C6C8F-1AAD-2C70-78CA-65F97AC23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health risk detection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Preventive healthcare analytics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clinical decisions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Executive-level reporting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442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30320-5C40-45DB-5ACF-9D1B77DAA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F8E2-0EFD-9F2C-A3BE-4100324AD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EmoHealth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Analytics delivers a unified view of emotional and physical health using Power BI.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combining KPIs, trends, forecasting, and narratives, the project </a:t>
            </a:r>
            <a:r>
              <a:rPr lang="en-US" sz="2400" dirty="0"/>
              <a:t>supports preventive healthcare and informed decision-making while demonstrating strong Power BI, DAX, and analytical storytelling skills.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361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F87FA-2C1C-4EA7-2E40-AC914B4A8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2C196-0FF5-898B-76C5-2D299FD02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support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PowerPoint reporting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code–based dashboard access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Emotion-driven alerts using Power Automate.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972587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34</TotalTime>
  <Words>308</Words>
  <Application>Microsoft Office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Corbel</vt:lpstr>
      <vt:lpstr>Times New Roman</vt:lpstr>
      <vt:lpstr>Wingdings 2</vt:lpstr>
      <vt:lpstr>Frame</vt:lpstr>
      <vt:lpstr>EmoHealth Analytics Mood &amp; Body Health Monitoring – Power BI Capstone Project</vt:lpstr>
      <vt:lpstr>Problem Statement</vt:lpstr>
      <vt:lpstr>Project Objective</vt:lpstr>
      <vt:lpstr>System Architecture</vt:lpstr>
      <vt:lpstr>Data Model</vt:lpstr>
      <vt:lpstr>Methodology</vt:lpstr>
      <vt:lpstr>Dashboards Overview</vt:lpstr>
      <vt:lpstr>Key KPIs</vt:lpstr>
      <vt:lpstr>Business Impact</vt:lpstr>
      <vt:lpstr>Conclusion</vt:lpstr>
      <vt:lpstr>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Suvithra J</dc:creator>
  <cp:lastModifiedBy>Suvithra J</cp:lastModifiedBy>
  <cp:revision>7</cp:revision>
  <dcterms:created xsi:type="dcterms:W3CDTF">2025-12-23T13:59:05Z</dcterms:created>
  <dcterms:modified xsi:type="dcterms:W3CDTF">2025-12-24T11:22:29Z</dcterms:modified>
</cp:coreProperties>
</file>